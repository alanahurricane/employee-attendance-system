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A5BF6-EE3C-2BA3-53F8-16B595375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906EF1-D82E-B2CE-5B35-3BDE01DCB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AA64A8-81BC-9A34-D709-71620554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54043-A844-58BA-4644-F42AA227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64DF0B-2333-018A-42AA-7D5F4C03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648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786C1-71FB-5973-796F-800B2064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FB52DF-3781-12A8-B897-219587AC3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711073-A554-FDB4-E4E6-E6030FA3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5962F2-C039-5BD9-915A-C3420729E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04B1A-B5C2-DF56-FB64-78065F09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857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10939-BB6B-B87F-34E8-004C0563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E92B9D-1F90-4111-7B94-0E4743173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1D43C6-8885-7819-C084-6B6023B2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52699C-38ED-1DB3-27A7-1BBA4044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4B1D54-CA5A-2C1D-6E13-36645060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93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94CAB-31F2-DB2A-AAD1-9F50976F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44257D-4CCD-B90A-E80B-A40B31D87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27021F-73E1-5B25-0C90-CE66D4DD5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7AEE72-0AEA-9079-3F00-113FD5A6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E53D82-8F18-D1EB-1C93-E008D8A0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713ED3-6FEF-C4A0-C931-FE318B1AF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94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9952D-3795-2A5F-6308-A9466D78E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A14DB2-94D9-31F4-350E-78AEE679B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0EBF89-5986-3735-4F87-171774D43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39AA0D-9553-41EA-B8AD-AF09BFDD6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ABA430-68B3-6969-6FF6-24378E9A4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13B6BB-D379-BEA2-6652-E19EA5751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665475A-39C0-1ABD-4918-24CAE574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E390CFF-E6A0-C4EF-397D-8BDA19B5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48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C39B4-E1E9-1D29-B142-562CFD1D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E0A9FBB-8FC3-36DA-4AC8-4EF3A8012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415478-41B2-6C38-1C9D-717A1B0A5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3311EC4-6706-3E52-B091-9A6E7434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38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DE0BBD3-059E-806E-BF0D-289CE778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A730-8A04-B81B-F719-BC4C6D62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E16F66-6217-98C0-41AC-5443ED0D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00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E2651-4DF2-7678-CB75-904DAD0C5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5585CE-5FE6-D933-3650-F9DF5E4C8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7BAC38-F070-8151-CF49-8A5A694D4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0D7957-884F-F621-CD3F-700CF8485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4E699D-739C-B855-64EB-455588CA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EC0AA2-B98A-E80D-8BC0-08C7A369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807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B8453-7AED-7D05-6BDD-264270DF5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EBD839-542F-885C-B057-6DF8E05C8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CF201A-770A-65E0-DF54-FAAFCBA74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28170D-248C-30F7-5F86-92E0379A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0E1672-F3EE-C117-B1BD-675B77E3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B8A372-4CB2-7D5D-9042-83402A21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0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47F1A-AA4D-D8ED-23A3-1F2F0299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3B04BC-833F-F504-1ECC-BE9C7DB90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E2BA7C-B713-0F43-875E-4AB36AF9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9C176D-F067-0170-7AA6-E721CF70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54DC42-F2C7-482F-27CA-F92BD208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926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892BE0-50CC-38DC-6597-684DCD1B7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E7BB1F-8C88-03AD-1B11-EA4D205DB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3AC11A-91F1-09FA-2A34-49A50E9C4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C233B0-A984-BD55-6D4C-013FF0E4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F3BC4C-D98F-6864-9E92-9AF5C762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68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0EEC70F-8369-5573-F15D-8EEADDE00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9FB5A7-D202-B395-C505-D9999B044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3072FA-9805-F753-EA93-63B10DB01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4993F-CF5D-4358-BF9E-5E28314AFEA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54337D-F5EF-22D9-E314-78EB3A77E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C9CC4F-26CB-B39D-F354-38AAA1B8C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44D86B-D149-46C8-A5D6-2B8C5BB8F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37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CD28170-7C11-9815-7046-C880500302F4}"/>
              </a:ext>
            </a:extLst>
          </p:cNvPr>
          <p:cNvSpPr/>
          <p:nvPr/>
        </p:nvSpPr>
        <p:spPr>
          <a:xfrm>
            <a:off x="4443930" y="1867590"/>
            <a:ext cx="2048568" cy="7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PROFESSOR</a:t>
            </a:r>
            <a:endParaRPr lang="pt-BR" sz="1600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8EAF6BB-5482-4387-5E5A-C024BFD7E2F6}"/>
              </a:ext>
            </a:extLst>
          </p:cNvPr>
          <p:cNvSpPr/>
          <p:nvPr/>
        </p:nvSpPr>
        <p:spPr>
          <a:xfrm>
            <a:off x="8026961" y="3051206"/>
            <a:ext cx="2048568" cy="7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PONTO</a:t>
            </a:r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19D916E-945D-96F6-94CD-A2B439DAEBA1}"/>
              </a:ext>
            </a:extLst>
          </p:cNvPr>
          <p:cNvSpPr/>
          <p:nvPr/>
        </p:nvSpPr>
        <p:spPr>
          <a:xfrm>
            <a:off x="4443930" y="4568976"/>
            <a:ext cx="2048568" cy="7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COORDENADOR / AGENTE DE APOIO</a:t>
            </a:r>
            <a:endParaRPr lang="pt-BR" sz="160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F4CA796-C86A-275B-6280-65F780C4A199}"/>
              </a:ext>
            </a:extLst>
          </p:cNvPr>
          <p:cNvSpPr/>
          <p:nvPr/>
        </p:nvSpPr>
        <p:spPr>
          <a:xfrm>
            <a:off x="4284698" y="797354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Nome</a:t>
            </a:r>
            <a:endParaRPr lang="pt-BR" sz="1600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755E2D0-B8BA-ABFE-9CC0-52F362F337FA}"/>
              </a:ext>
            </a:extLst>
          </p:cNvPr>
          <p:cNvSpPr/>
          <p:nvPr/>
        </p:nvSpPr>
        <p:spPr>
          <a:xfrm>
            <a:off x="2776284" y="797353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E-mail (PK)</a:t>
            </a:r>
            <a:endParaRPr lang="pt-BR" sz="160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F7910A0-17C7-CBCF-42CC-7D2F1A47CE2F}"/>
              </a:ext>
            </a:extLst>
          </p:cNvPr>
          <p:cNvSpPr/>
          <p:nvPr/>
        </p:nvSpPr>
        <p:spPr>
          <a:xfrm>
            <a:off x="5793112" y="804892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Telefone</a:t>
            </a:r>
            <a:endParaRPr lang="pt-BR" sz="1600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E9D06EE-0E15-2FA6-23C0-9CA17E74AF2B}"/>
              </a:ext>
            </a:extLst>
          </p:cNvPr>
          <p:cNvSpPr/>
          <p:nvPr/>
        </p:nvSpPr>
        <p:spPr>
          <a:xfrm>
            <a:off x="7301526" y="797355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Coordenação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025E38D-8B18-F39B-99EB-E530C79541F7}"/>
              </a:ext>
            </a:extLst>
          </p:cNvPr>
          <p:cNvSpPr/>
          <p:nvPr/>
        </p:nvSpPr>
        <p:spPr>
          <a:xfrm>
            <a:off x="10453095" y="2261579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Data de criação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FD99503-6237-5D89-88D5-1BFC2E5AA0B6}"/>
              </a:ext>
            </a:extLst>
          </p:cNvPr>
          <p:cNvSpPr/>
          <p:nvPr/>
        </p:nvSpPr>
        <p:spPr>
          <a:xfrm>
            <a:off x="10453095" y="2924175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Status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7BFE12B-91A9-3153-4920-7D86760FA908}"/>
              </a:ext>
            </a:extLst>
          </p:cNvPr>
          <p:cNvSpPr/>
          <p:nvPr/>
        </p:nvSpPr>
        <p:spPr>
          <a:xfrm>
            <a:off x="10453095" y="3586771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Responsável (FK)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9D31178-3050-D437-CDAE-9BCD8921026F}"/>
              </a:ext>
            </a:extLst>
          </p:cNvPr>
          <p:cNvSpPr/>
          <p:nvPr/>
        </p:nvSpPr>
        <p:spPr>
          <a:xfrm>
            <a:off x="10453095" y="4249367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Tipo de ponto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D931DA0-EB43-D26F-010C-334E57A33B93}"/>
              </a:ext>
            </a:extLst>
          </p:cNvPr>
          <p:cNvSpPr/>
          <p:nvPr/>
        </p:nvSpPr>
        <p:spPr>
          <a:xfrm>
            <a:off x="10453095" y="4962965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Criador (FK)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7192780-9638-DA7C-4BA5-47FACB7D4860}"/>
              </a:ext>
            </a:extLst>
          </p:cNvPr>
          <p:cNvSpPr/>
          <p:nvPr/>
        </p:nvSpPr>
        <p:spPr>
          <a:xfrm>
            <a:off x="10453094" y="1615177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ID (PK)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4FF79C34-D6DA-ADD5-2C3A-4ECC2367377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6492498" y="2249999"/>
            <a:ext cx="2558747" cy="115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03497754-6E7F-E7F0-1A27-ABBCCC9EFD5A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492498" y="4962965"/>
            <a:ext cx="25587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988105C6-BE35-30D1-D492-AEE05E6E7918}"/>
              </a:ext>
            </a:extLst>
          </p:cNvPr>
          <p:cNvSpPr txBox="1"/>
          <p:nvPr/>
        </p:nvSpPr>
        <p:spPr>
          <a:xfrm>
            <a:off x="6439891" y="4655187"/>
            <a:ext cx="2780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noProof="0" dirty="0"/>
              <a:t>Coordenador valida após agente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FEBA288E-2A8E-077A-9017-D0FDE0E49EB9}"/>
              </a:ext>
            </a:extLst>
          </p:cNvPr>
          <p:cNvSpPr txBox="1"/>
          <p:nvPr/>
        </p:nvSpPr>
        <p:spPr>
          <a:xfrm>
            <a:off x="7466215" y="1910696"/>
            <a:ext cx="88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Bate</a:t>
            </a:r>
            <a:endParaRPr lang="pt-BR" sz="1400" i="1" dirty="0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8B224DB8-32D8-7D92-751D-2AA941105572}"/>
              </a:ext>
            </a:extLst>
          </p:cNvPr>
          <p:cNvSpPr/>
          <p:nvPr/>
        </p:nvSpPr>
        <p:spPr>
          <a:xfrm>
            <a:off x="4879739" y="5834507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Nome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C46AE383-33ED-77F0-5853-C8F917A63341}"/>
              </a:ext>
            </a:extLst>
          </p:cNvPr>
          <p:cNvSpPr/>
          <p:nvPr/>
        </p:nvSpPr>
        <p:spPr>
          <a:xfrm>
            <a:off x="3234686" y="5834154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E-mail (PK)</a:t>
            </a:r>
            <a:endParaRPr lang="pt-BR" sz="1600" dirty="0"/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E821C4B1-32FD-DD7D-9FE5-B7A95B1DF449}"/>
              </a:ext>
            </a:extLst>
          </p:cNvPr>
          <p:cNvCxnSpPr>
            <a:stCxn id="13" idx="0"/>
            <a:endCxn id="9" idx="2"/>
          </p:cNvCxnSpPr>
          <p:nvPr/>
        </p:nvCxnSpPr>
        <p:spPr>
          <a:xfrm flipV="1">
            <a:off x="5468214" y="2655567"/>
            <a:ext cx="0" cy="1913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922D6518-BB50-4216-139B-5EFE7CE9CFEE}"/>
              </a:ext>
            </a:extLst>
          </p:cNvPr>
          <p:cNvCxnSpPr>
            <a:endCxn id="11" idx="0"/>
          </p:cNvCxnSpPr>
          <p:nvPr/>
        </p:nvCxnSpPr>
        <p:spPr>
          <a:xfrm>
            <a:off x="9051245" y="2261578"/>
            <a:ext cx="0" cy="789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698544EB-3A1C-E237-356E-239E74E2AA24}"/>
              </a:ext>
            </a:extLst>
          </p:cNvPr>
          <p:cNvCxnSpPr>
            <a:endCxn id="11" idx="2"/>
          </p:cNvCxnSpPr>
          <p:nvPr/>
        </p:nvCxnSpPr>
        <p:spPr>
          <a:xfrm flipV="1">
            <a:off x="9051245" y="3839183"/>
            <a:ext cx="0" cy="1123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22D1CEF-53E1-CDDA-94D7-5DA0B5F86669}"/>
              </a:ext>
            </a:extLst>
          </p:cNvPr>
          <p:cNvSpPr txBox="1"/>
          <p:nvPr/>
        </p:nvSpPr>
        <p:spPr>
          <a:xfrm>
            <a:off x="5468214" y="3421875"/>
            <a:ext cx="88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noProof="0" dirty="0"/>
              <a:t>Organiza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A7C95502-FDF8-F89E-118A-9F027D61A143}"/>
              </a:ext>
            </a:extLst>
          </p:cNvPr>
          <p:cNvSpPr txBox="1"/>
          <p:nvPr/>
        </p:nvSpPr>
        <p:spPr>
          <a:xfrm>
            <a:off x="9051246" y="2700324"/>
            <a:ext cx="580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(1, 1)</a:t>
            </a:r>
            <a:endParaRPr lang="pt-BR" sz="1400" dirty="0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CB673D76-BB05-DAA7-8D92-E9F15C5BA3CF}"/>
              </a:ext>
            </a:extLst>
          </p:cNvPr>
          <p:cNvSpPr txBox="1"/>
          <p:nvPr/>
        </p:nvSpPr>
        <p:spPr>
          <a:xfrm>
            <a:off x="6492497" y="5006070"/>
            <a:ext cx="673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(1, N)</a:t>
            </a:r>
            <a:endParaRPr lang="pt-BR" sz="1400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FA8C09B-2A6D-9C45-C398-323BD35A6ABA}"/>
              </a:ext>
            </a:extLst>
          </p:cNvPr>
          <p:cNvSpPr txBox="1"/>
          <p:nvPr/>
        </p:nvSpPr>
        <p:spPr>
          <a:xfrm>
            <a:off x="6492497" y="1905865"/>
            <a:ext cx="673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(0, N)</a:t>
            </a:r>
            <a:endParaRPr lang="pt-BR" sz="1400" dirty="0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303ED997-2BB0-6297-054E-A15B1639A68F}"/>
              </a:ext>
            </a:extLst>
          </p:cNvPr>
          <p:cNvSpPr txBox="1"/>
          <p:nvPr/>
        </p:nvSpPr>
        <p:spPr>
          <a:xfrm>
            <a:off x="5468214" y="4249367"/>
            <a:ext cx="673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(1, N)</a:t>
            </a:r>
            <a:endParaRPr lang="pt-BR" sz="1400" dirty="0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C3DF1C4F-6421-99C2-8175-9044DF7F9661}"/>
              </a:ext>
            </a:extLst>
          </p:cNvPr>
          <p:cNvSpPr/>
          <p:nvPr/>
        </p:nvSpPr>
        <p:spPr>
          <a:xfrm>
            <a:off x="6530767" y="5824978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É </a:t>
            </a:r>
            <a:r>
              <a:rPr lang="pt-BR" sz="1600" noProof="0" dirty="0"/>
              <a:t>agente</a:t>
            </a:r>
            <a:r>
              <a:rPr lang="pt-BR" sz="1600" dirty="0"/>
              <a:t>?</a:t>
            </a:r>
            <a:endParaRPr lang="pt-BR" sz="1600" noProof="0" dirty="0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C0CC4BF3-0361-1037-791F-FF19312BC676}"/>
              </a:ext>
            </a:extLst>
          </p:cNvPr>
          <p:cNvSpPr txBox="1"/>
          <p:nvPr/>
        </p:nvSpPr>
        <p:spPr>
          <a:xfrm>
            <a:off x="5469858" y="2659491"/>
            <a:ext cx="673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(1, 1)</a:t>
            </a:r>
            <a:endParaRPr lang="pt-BR" sz="1400" dirty="0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E8451842-1CE9-23B3-F500-F4AE43BF5DE4}"/>
              </a:ext>
            </a:extLst>
          </p:cNvPr>
          <p:cNvSpPr txBox="1"/>
          <p:nvPr/>
        </p:nvSpPr>
        <p:spPr>
          <a:xfrm>
            <a:off x="9060769" y="3898746"/>
            <a:ext cx="673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(1, 2)</a:t>
            </a:r>
            <a:endParaRPr lang="pt-BR" sz="14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E32E2CF-C180-A95B-FC5C-F0FFA20D1BBB}"/>
              </a:ext>
            </a:extLst>
          </p:cNvPr>
          <p:cNvSpPr/>
          <p:nvPr/>
        </p:nvSpPr>
        <p:spPr>
          <a:xfrm>
            <a:off x="1744971" y="3187545"/>
            <a:ext cx="2048568" cy="7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DIRETOR</a:t>
            </a:r>
            <a:endParaRPr lang="pt-BR" sz="1600" dirty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C50B791-B3B2-7D89-4D8C-DE370F507219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2769254" y="2261578"/>
            <a:ext cx="1" cy="9259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976BB91-AFD5-68A6-F65E-E097307FC7C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769251" y="2250000"/>
            <a:ext cx="1674679" cy="11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92AFC59-39B0-F0D4-AADD-25B0C75FBEAF}"/>
              </a:ext>
            </a:extLst>
          </p:cNvPr>
          <p:cNvSpPr txBox="1"/>
          <p:nvPr/>
        </p:nvSpPr>
        <p:spPr>
          <a:xfrm>
            <a:off x="2746791" y="2336212"/>
            <a:ext cx="976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noProof="0"/>
              <a:t>Cria e organiza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C4F0405-AA20-8A7B-265A-070AD9777EEF}"/>
              </a:ext>
            </a:extLst>
          </p:cNvPr>
          <p:cNvSpPr txBox="1"/>
          <p:nvPr/>
        </p:nvSpPr>
        <p:spPr>
          <a:xfrm>
            <a:off x="2179317" y="2877771"/>
            <a:ext cx="673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(1, N)</a:t>
            </a:r>
            <a:endParaRPr lang="pt-BR" sz="140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B50877C-173D-5233-7FC0-EC7E4E431A91}"/>
              </a:ext>
            </a:extLst>
          </p:cNvPr>
          <p:cNvSpPr txBox="1"/>
          <p:nvPr/>
        </p:nvSpPr>
        <p:spPr>
          <a:xfrm>
            <a:off x="3752483" y="1943698"/>
            <a:ext cx="673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(1, 1)</a:t>
            </a:r>
            <a:endParaRPr lang="pt-BR" sz="1400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E94CEF3-2BBF-9F7C-A01A-319001294C59}"/>
              </a:ext>
            </a:extLst>
          </p:cNvPr>
          <p:cNvSpPr/>
          <p:nvPr/>
        </p:nvSpPr>
        <p:spPr>
          <a:xfrm>
            <a:off x="104641" y="3555527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Nome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A353F9C-E4AF-E4AB-DDF8-43FC972484EF}"/>
              </a:ext>
            </a:extLst>
          </p:cNvPr>
          <p:cNvSpPr/>
          <p:nvPr/>
        </p:nvSpPr>
        <p:spPr>
          <a:xfrm>
            <a:off x="117528" y="2921668"/>
            <a:ext cx="128587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E-mail (PK)</a:t>
            </a:r>
            <a:endParaRPr lang="pt-BR" sz="1600" dirty="0"/>
          </a:p>
        </p:txBody>
      </p: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E9BA015B-F93D-F7EC-31F8-2AB49804CE02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776284" y="4958790"/>
            <a:ext cx="1667646" cy="4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9E6DACC1-94AD-448F-6FE3-069002021FAE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2769251" y="3975522"/>
            <a:ext cx="4" cy="9832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EDF197B7-816A-03A1-F5B2-3F67188DB846}"/>
              </a:ext>
            </a:extLst>
          </p:cNvPr>
          <p:cNvSpPr txBox="1"/>
          <p:nvPr/>
        </p:nvSpPr>
        <p:spPr>
          <a:xfrm>
            <a:off x="2184235" y="3993735"/>
            <a:ext cx="673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(1, N)</a:t>
            </a:r>
            <a:endParaRPr lang="pt-BR" sz="1400" dirty="0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3E51A57-9EFD-0D49-4EC8-FFC48623DAF5}"/>
              </a:ext>
            </a:extLst>
          </p:cNvPr>
          <p:cNvSpPr txBox="1"/>
          <p:nvPr/>
        </p:nvSpPr>
        <p:spPr>
          <a:xfrm>
            <a:off x="2751705" y="4602546"/>
            <a:ext cx="976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noProof="0" dirty="0"/>
              <a:t>Define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569A557C-EC78-B2DE-0FFC-94DE180669D6}"/>
              </a:ext>
            </a:extLst>
          </p:cNvPr>
          <p:cNvSpPr txBox="1"/>
          <p:nvPr/>
        </p:nvSpPr>
        <p:spPr>
          <a:xfrm>
            <a:off x="3836059" y="4986787"/>
            <a:ext cx="673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(1, 1)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85843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B567C16-0071-77C2-6D0B-7135101955F3}"/>
              </a:ext>
            </a:extLst>
          </p:cNvPr>
          <p:cNvSpPr/>
          <p:nvPr/>
        </p:nvSpPr>
        <p:spPr>
          <a:xfrm>
            <a:off x="4984708" y="821251"/>
            <a:ext cx="2048568" cy="7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PROFESSOR</a:t>
            </a:r>
            <a:endParaRPr lang="pt-BR" sz="160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F891567-B5D0-B200-797C-9B6E3EF4047D}"/>
              </a:ext>
            </a:extLst>
          </p:cNvPr>
          <p:cNvSpPr/>
          <p:nvPr/>
        </p:nvSpPr>
        <p:spPr>
          <a:xfrm>
            <a:off x="4984708" y="5350473"/>
            <a:ext cx="2048568" cy="7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COORDENADOR / AGENTE DE APOIO</a:t>
            </a:r>
            <a:endParaRPr lang="pt-BR" sz="16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FDB0692-5234-23D6-3984-4F241D84F94E}"/>
              </a:ext>
            </a:extLst>
          </p:cNvPr>
          <p:cNvSpPr/>
          <p:nvPr/>
        </p:nvSpPr>
        <p:spPr>
          <a:xfrm>
            <a:off x="4984708" y="3250635"/>
            <a:ext cx="2048568" cy="7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PONTO</a:t>
            </a:r>
            <a:endParaRPr lang="pt-BR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5BDB489A-D398-391E-9F67-31D095503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70130"/>
              </p:ext>
            </p:extLst>
          </p:nvPr>
        </p:nvGraphicFramePr>
        <p:xfrm>
          <a:off x="7323394" y="434530"/>
          <a:ext cx="4652298" cy="15614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26149">
                  <a:extLst>
                    <a:ext uri="{9D8B030D-6E8A-4147-A177-3AD203B41FA5}">
                      <a16:colId xmlns:a16="http://schemas.microsoft.com/office/drawing/2014/main" val="3080534087"/>
                    </a:ext>
                  </a:extLst>
                </a:gridCol>
                <a:gridCol w="2326149">
                  <a:extLst>
                    <a:ext uri="{9D8B030D-6E8A-4147-A177-3AD203B41FA5}">
                      <a16:colId xmlns:a16="http://schemas.microsoft.com/office/drawing/2014/main" val="98572417"/>
                    </a:ext>
                  </a:extLst>
                </a:gridCol>
              </a:tblGrid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Email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38461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256251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Telefone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21993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Coordenação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98767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116705B1-2518-69F1-3BA0-426F9149D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399970"/>
              </p:ext>
            </p:extLst>
          </p:nvPr>
        </p:nvGraphicFramePr>
        <p:xfrm>
          <a:off x="7323394" y="2406375"/>
          <a:ext cx="4652298" cy="234213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26149">
                  <a:extLst>
                    <a:ext uri="{9D8B030D-6E8A-4147-A177-3AD203B41FA5}">
                      <a16:colId xmlns:a16="http://schemas.microsoft.com/office/drawing/2014/main" val="3080534087"/>
                    </a:ext>
                  </a:extLst>
                </a:gridCol>
                <a:gridCol w="2326149">
                  <a:extLst>
                    <a:ext uri="{9D8B030D-6E8A-4147-A177-3AD203B41FA5}">
                      <a16:colId xmlns:a16="http://schemas.microsoft.com/office/drawing/2014/main" val="98572417"/>
                    </a:ext>
                  </a:extLst>
                </a:gridCol>
              </a:tblGrid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62193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Data de criação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827264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38461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Responsável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256251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Tipo de ponto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21993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Criador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987675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6A7B9998-7E30-6007-367B-C9E0455EA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036158"/>
              </p:ext>
            </p:extLst>
          </p:nvPr>
        </p:nvGraphicFramePr>
        <p:xfrm>
          <a:off x="7323394" y="5158930"/>
          <a:ext cx="4652298" cy="117106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26149">
                  <a:extLst>
                    <a:ext uri="{9D8B030D-6E8A-4147-A177-3AD203B41FA5}">
                      <a16:colId xmlns:a16="http://schemas.microsoft.com/office/drawing/2014/main" val="3080534087"/>
                    </a:ext>
                  </a:extLst>
                </a:gridCol>
                <a:gridCol w="2326149">
                  <a:extLst>
                    <a:ext uri="{9D8B030D-6E8A-4147-A177-3AD203B41FA5}">
                      <a16:colId xmlns:a16="http://schemas.microsoft.com/office/drawing/2014/main" val="98572417"/>
                    </a:ext>
                  </a:extLst>
                </a:gridCol>
              </a:tblGrid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Email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38461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256251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É agente?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21993"/>
                  </a:ext>
                </a:extLst>
              </a:tr>
            </a:tbl>
          </a:graphicData>
        </a:graphic>
      </p:graphicFrame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39B9639-BBE7-C38D-5364-ECCA6DB3A5BF}"/>
              </a:ext>
            </a:extLst>
          </p:cNvPr>
          <p:cNvCxnSpPr>
            <a:cxnSpLocks/>
          </p:cNvCxnSpPr>
          <p:nvPr/>
        </p:nvCxnSpPr>
        <p:spPr>
          <a:xfrm>
            <a:off x="4866963" y="0"/>
            <a:ext cx="0" cy="685800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41080FF-40CC-2282-6707-025CE48FF8BE}"/>
              </a:ext>
            </a:extLst>
          </p:cNvPr>
          <p:cNvSpPr/>
          <p:nvPr/>
        </p:nvSpPr>
        <p:spPr>
          <a:xfrm>
            <a:off x="1440170" y="796673"/>
            <a:ext cx="2048568" cy="7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DIRETOR</a:t>
            </a:r>
            <a:endParaRPr lang="pt-BR" sz="1600" dirty="0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F9A04D9B-3805-7B55-5500-49B33B215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465339"/>
              </p:ext>
            </p:extLst>
          </p:nvPr>
        </p:nvGraphicFramePr>
        <p:xfrm>
          <a:off x="91741" y="1835628"/>
          <a:ext cx="4652298" cy="78071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26149">
                  <a:extLst>
                    <a:ext uri="{9D8B030D-6E8A-4147-A177-3AD203B41FA5}">
                      <a16:colId xmlns:a16="http://schemas.microsoft.com/office/drawing/2014/main" val="3080534087"/>
                    </a:ext>
                  </a:extLst>
                </a:gridCol>
                <a:gridCol w="2326149">
                  <a:extLst>
                    <a:ext uri="{9D8B030D-6E8A-4147-A177-3AD203B41FA5}">
                      <a16:colId xmlns:a16="http://schemas.microsoft.com/office/drawing/2014/main" val="98572417"/>
                    </a:ext>
                  </a:extLst>
                </a:gridCol>
              </a:tblGrid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Email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38461"/>
                  </a:ext>
                </a:extLst>
              </a:tr>
              <a:tr h="390355">
                <a:tc>
                  <a:txBody>
                    <a:bodyPr/>
                    <a:lstStyle/>
                    <a:p>
                      <a:r>
                        <a:rPr lang="pt-BR" sz="16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256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2923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169</Words>
  <Application>Microsoft Office PowerPoint</Application>
  <PresentationFormat>Widescreen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Perszel Marangoni</dc:creator>
  <cp:lastModifiedBy>Ana Clara Felix</cp:lastModifiedBy>
  <cp:revision>36</cp:revision>
  <dcterms:created xsi:type="dcterms:W3CDTF">2026-09-16T14:00:12Z</dcterms:created>
  <dcterms:modified xsi:type="dcterms:W3CDTF">2026-10-02T10:28:22Z</dcterms:modified>
</cp:coreProperties>
</file>